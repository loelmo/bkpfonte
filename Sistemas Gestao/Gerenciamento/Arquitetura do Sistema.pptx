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1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CFF3-9757-4D4A-B9F7-E7C426C8DE6B}" type="datetimeFigureOut">
              <a:rPr lang="pt-BR" smtClean="0"/>
              <a:t>12/11/2010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8C83-0733-434E-8BBA-B228DD8C40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696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CFF3-9757-4D4A-B9F7-E7C426C8DE6B}" type="datetimeFigureOut">
              <a:rPr lang="pt-BR" smtClean="0"/>
              <a:t>12/11/2010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8C83-0733-434E-8BBA-B228DD8C40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35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CFF3-9757-4D4A-B9F7-E7C426C8DE6B}" type="datetimeFigureOut">
              <a:rPr lang="pt-BR" smtClean="0"/>
              <a:t>12/11/2010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8C83-0733-434E-8BBA-B228DD8C40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671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CFF3-9757-4D4A-B9F7-E7C426C8DE6B}" type="datetimeFigureOut">
              <a:rPr lang="pt-BR" smtClean="0"/>
              <a:t>12/11/2010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8C83-0733-434E-8BBA-B228DD8C40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49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CFF3-9757-4D4A-B9F7-E7C426C8DE6B}" type="datetimeFigureOut">
              <a:rPr lang="pt-BR" smtClean="0"/>
              <a:t>12/11/2010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8C83-0733-434E-8BBA-B228DD8C40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19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CFF3-9757-4D4A-B9F7-E7C426C8DE6B}" type="datetimeFigureOut">
              <a:rPr lang="pt-BR" smtClean="0"/>
              <a:t>12/11/2010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8C83-0733-434E-8BBA-B228DD8C40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211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CFF3-9757-4D4A-B9F7-E7C426C8DE6B}" type="datetimeFigureOut">
              <a:rPr lang="pt-BR" smtClean="0"/>
              <a:t>12/11/2010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8C83-0733-434E-8BBA-B228DD8C40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4417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CFF3-9757-4D4A-B9F7-E7C426C8DE6B}" type="datetimeFigureOut">
              <a:rPr lang="pt-BR" smtClean="0"/>
              <a:t>12/11/2010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8C83-0733-434E-8BBA-B228DD8C40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140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CFF3-9757-4D4A-B9F7-E7C426C8DE6B}" type="datetimeFigureOut">
              <a:rPr lang="pt-BR" smtClean="0"/>
              <a:t>12/11/2010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8C83-0733-434E-8BBA-B228DD8C40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1831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CFF3-9757-4D4A-B9F7-E7C426C8DE6B}" type="datetimeFigureOut">
              <a:rPr lang="pt-BR" smtClean="0"/>
              <a:t>12/11/2010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8C83-0733-434E-8BBA-B228DD8C40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328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8CFF3-9757-4D4A-B9F7-E7C426C8DE6B}" type="datetimeFigureOut">
              <a:rPr lang="pt-BR" smtClean="0"/>
              <a:t>12/11/2010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D8C83-0733-434E-8BBA-B228DD8C40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9799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8CFF3-9757-4D4A-B9F7-E7C426C8DE6B}" type="datetimeFigureOut">
              <a:rPr lang="pt-BR" smtClean="0"/>
              <a:t>12/11/2010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D8C83-0733-434E-8BBA-B228DD8C40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7090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043608" y="620688"/>
            <a:ext cx="6840760" cy="5256584"/>
            <a:chOff x="467544" y="548680"/>
            <a:chExt cx="5256584" cy="3960440"/>
          </a:xfrm>
        </p:grpSpPr>
        <p:sp>
          <p:nvSpPr>
            <p:cNvPr id="15" name="Folded Corner 14"/>
            <p:cNvSpPr/>
            <p:nvPr/>
          </p:nvSpPr>
          <p:spPr>
            <a:xfrm>
              <a:off x="467544" y="548680"/>
              <a:ext cx="5256584" cy="3960440"/>
            </a:xfrm>
            <a:prstGeom prst="foldedCorner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2000"/>
            </a:p>
          </p:txBody>
        </p:sp>
        <p:pic>
          <p:nvPicPr>
            <p:cNvPr id="1027" name="Picture 3" descr="C:\Users\apoloni\AppData\Local\Microsoft\Windows\Temporary Internet Files\Content.IE5\L39OWGTO\MC900434845[1]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230" y="692696"/>
              <a:ext cx="687557" cy="6875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1505301" y="819943"/>
              <a:ext cx="3602566" cy="3942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 smtClean="0"/>
                <a:t>Web </a:t>
              </a:r>
              <a:r>
                <a:rPr lang="pt-BR" sz="2800" b="1" dirty="0" smtClean="0"/>
                <a:t>Server + Database Server</a:t>
              </a:r>
              <a:endParaRPr lang="pt-BR" sz="2800" b="1" dirty="0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790102" y="1736812"/>
              <a:ext cx="4069930" cy="2484276"/>
              <a:chOff x="790102" y="1628800"/>
              <a:chExt cx="4803386" cy="3024336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827584" y="2492441"/>
                <a:ext cx="720080" cy="648528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 smtClean="0"/>
                  <a:t>WEB</a:t>
                </a:r>
                <a:endParaRPr lang="pt-BR" dirty="0"/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1978007" y="2492442"/>
                <a:ext cx="720080" cy="648526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smtClean="0"/>
                  <a:t>BLL</a:t>
                </a:r>
                <a:endParaRPr lang="pt-BR" dirty="0"/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3202143" y="2492442"/>
                <a:ext cx="720080" cy="648526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smtClean="0"/>
                  <a:t>DAL</a:t>
                </a:r>
                <a:endParaRPr lang="pt-BR" dirty="0"/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790103" y="1628800"/>
                <a:ext cx="3094639" cy="432048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smtClean="0"/>
                  <a:t>Entity</a:t>
                </a:r>
                <a:endParaRPr lang="pt-BR" dirty="0"/>
              </a:p>
            </p:txBody>
          </p:sp>
          <p:sp>
            <p:nvSpPr>
              <p:cNvPr id="5" name="Right Arrow 4"/>
              <p:cNvSpPr/>
              <p:nvPr/>
            </p:nvSpPr>
            <p:spPr>
              <a:xfrm rot="10800000">
                <a:off x="1617968" y="2708920"/>
                <a:ext cx="265403" cy="288942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" name="Right Arrow 10"/>
              <p:cNvSpPr/>
              <p:nvPr/>
            </p:nvSpPr>
            <p:spPr>
              <a:xfrm rot="10800000">
                <a:off x="2792724" y="2708920"/>
                <a:ext cx="265403" cy="288942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" name="Right Arrow 11"/>
              <p:cNvSpPr/>
              <p:nvPr/>
            </p:nvSpPr>
            <p:spPr>
              <a:xfrm rot="16200000">
                <a:off x="2204722" y="3202287"/>
                <a:ext cx="265403" cy="286784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" name="Right Arrow 12"/>
              <p:cNvSpPr/>
              <p:nvPr/>
            </p:nvSpPr>
            <p:spPr>
              <a:xfrm rot="16200000">
                <a:off x="3430105" y="3202287"/>
                <a:ext cx="265403" cy="286784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" name="Right Arrow 13"/>
              <p:cNvSpPr/>
              <p:nvPr/>
            </p:nvSpPr>
            <p:spPr>
              <a:xfrm rot="16200000">
                <a:off x="1053842" y="3202287"/>
                <a:ext cx="265403" cy="286783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790102" y="3573016"/>
                <a:ext cx="3094639" cy="1080120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pt-BR" dirty="0" smtClean="0"/>
                  <a:t>Common</a:t>
                </a:r>
                <a:endParaRPr lang="pt-BR" dirty="0"/>
              </a:p>
            </p:txBody>
          </p:sp>
          <p:sp>
            <p:nvSpPr>
              <p:cNvPr id="22" name="Right Arrow 21"/>
              <p:cNvSpPr/>
              <p:nvPr/>
            </p:nvSpPr>
            <p:spPr>
              <a:xfrm rot="16200000">
                <a:off x="2213730" y="2144794"/>
                <a:ext cx="265403" cy="286784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Right Arrow 22"/>
              <p:cNvSpPr/>
              <p:nvPr/>
            </p:nvSpPr>
            <p:spPr>
              <a:xfrm rot="16200000">
                <a:off x="3439113" y="2144794"/>
                <a:ext cx="265403" cy="286784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4" name="Right Arrow 23"/>
              <p:cNvSpPr/>
              <p:nvPr/>
            </p:nvSpPr>
            <p:spPr>
              <a:xfrm rot="16200000">
                <a:off x="1062850" y="2144794"/>
                <a:ext cx="265403" cy="286783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4526744" y="2348880"/>
                <a:ext cx="1053368" cy="792091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 smtClean="0"/>
                  <a:t>MS</a:t>
                </a:r>
              </a:p>
              <a:p>
                <a:pPr algn="ctr"/>
                <a:r>
                  <a:rPr lang="pt-BR" sz="1400" dirty="0" smtClean="0"/>
                  <a:t>Enterprise</a:t>
                </a:r>
              </a:p>
              <a:p>
                <a:pPr algn="ctr"/>
                <a:r>
                  <a:rPr lang="pt-BR" sz="1400" dirty="0" smtClean="0"/>
                  <a:t>Library</a:t>
                </a:r>
                <a:endParaRPr lang="pt-BR" sz="1400" dirty="0"/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924639" y="4005065"/>
                <a:ext cx="2790568" cy="504056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dirty="0" smtClean="0"/>
                  <a:t>Error Trapping</a:t>
                </a:r>
                <a:endParaRPr lang="pt-BR" sz="1600" dirty="0"/>
              </a:p>
            </p:txBody>
          </p:sp>
          <p:sp>
            <p:nvSpPr>
              <p:cNvPr id="2" name="Up-Down Arrow 1"/>
              <p:cNvSpPr/>
              <p:nvPr/>
            </p:nvSpPr>
            <p:spPr>
              <a:xfrm rot="16200000">
                <a:off x="4072851" y="2575094"/>
                <a:ext cx="324263" cy="426391"/>
              </a:xfrm>
              <a:prstGeom prst="upDown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dk1"/>
                  </a:solidFill>
                </a:endParaRPr>
              </a:p>
            </p:txBody>
          </p:sp>
          <p:sp>
            <p:nvSpPr>
              <p:cNvPr id="3" name="Flowchart: Magnetic Disk 2"/>
              <p:cNvSpPr/>
              <p:nvPr/>
            </p:nvSpPr>
            <p:spPr>
              <a:xfrm>
                <a:off x="4513368" y="3717032"/>
                <a:ext cx="1080120" cy="936104"/>
              </a:xfrm>
              <a:prstGeom prst="flowChartMagneticDisk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pt-BR" sz="1600" dirty="0" smtClean="0"/>
                  <a:t>Database</a:t>
                </a:r>
                <a:endParaRPr lang="pt-BR" sz="1600" dirty="0"/>
              </a:p>
            </p:txBody>
          </p:sp>
          <p:sp>
            <p:nvSpPr>
              <p:cNvPr id="26" name="Up-Down Arrow 25"/>
              <p:cNvSpPr/>
              <p:nvPr/>
            </p:nvSpPr>
            <p:spPr>
              <a:xfrm>
                <a:off x="4891296" y="3212976"/>
                <a:ext cx="324263" cy="426391"/>
              </a:xfrm>
              <a:prstGeom prst="upDown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17" name="Straight Connector 16"/>
            <p:cNvCxnSpPr/>
            <p:nvPr/>
          </p:nvCxnSpPr>
          <p:spPr>
            <a:xfrm>
              <a:off x="611560" y="1484784"/>
              <a:ext cx="482453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285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</Words>
  <Application>Microsoft Office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Paulo Apoloni</dc:creator>
  <cp:lastModifiedBy>Paulo Apoloni</cp:lastModifiedBy>
  <cp:revision>5</cp:revision>
  <dcterms:created xsi:type="dcterms:W3CDTF">2010-11-12T10:36:40Z</dcterms:created>
  <dcterms:modified xsi:type="dcterms:W3CDTF">2010-11-12T13:28:09Z</dcterms:modified>
</cp:coreProperties>
</file>